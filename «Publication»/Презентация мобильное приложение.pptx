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86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3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86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42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59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33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7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76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95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36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95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B9C0E-5574-4169-811D-7B44CB391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C4C56-7E43-49BC-BBD3-C51AEA1E6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66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15209" y="24324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расчета параметра объемных фигур</a:t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ZykovaSA_01_02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1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Экраны приложения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95550" y="1825625"/>
            <a:ext cx="2466900" cy="4351338"/>
          </a:xfrm>
          <a:prstGeom prst="rect">
            <a:avLst/>
          </a:prstGeom>
        </p:spPr>
      </p:pic>
      <p:pic>
        <p:nvPicPr>
          <p:cNvPr id="6" name="Объект 5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42503" y="1825625"/>
            <a:ext cx="24409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6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2021" y="2610221"/>
            <a:ext cx="11907957" cy="211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1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классов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4988" y="1412387"/>
            <a:ext cx="4882024" cy="503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0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архитектурные решения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33657"/>
            <a:ext cx="5181600" cy="2135274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300799"/>
            <a:ext cx="5181600" cy="1400989"/>
          </a:xfrm>
        </p:spPr>
      </p:pic>
    </p:spTree>
    <p:extLst>
      <p:ext uri="{BB962C8B-B14F-4D97-AF65-F5344CB8AC3E}">
        <p14:creationId xmlns:p14="http://schemas.microsoft.com/office/powerpoint/2010/main" val="34115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8769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</Words>
  <Application>Microsoft Office PowerPoint</Application>
  <PresentationFormat>Широкоэкранный</PresentationFormat>
  <Paragraphs>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Разработка мобильного приложения для расчета параметра объемных фигур «ZykovaSA_01_02»</vt:lpstr>
      <vt:lpstr>Экраны приложения</vt:lpstr>
      <vt:lpstr>Производительность</vt:lpstr>
      <vt:lpstr>Схема классов</vt:lpstr>
      <vt:lpstr>Используемые архитектурные решения</vt:lpstr>
      <vt:lpstr>Используемые библиотеки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для расчета параметра объемных фигур «ZykovaSA_01_02»</dc:title>
  <dc:creator>Sofia</dc:creator>
  <cp:lastModifiedBy>Sofia</cp:lastModifiedBy>
  <cp:revision>2</cp:revision>
  <dcterms:created xsi:type="dcterms:W3CDTF">2025-12-01T07:04:49Z</dcterms:created>
  <dcterms:modified xsi:type="dcterms:W3CDTF">2025-12-01T07:09:11Z</dcterms:modified>
</cp:coreProperties>
</file>